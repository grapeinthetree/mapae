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aeacec63e448a" /><Relationship Type="http://schemas.openxmlformats.org/officeDocument/2006/relationships/extended-properties" Target="/docProps/app.xml" Id="Rad8c518b649f4bdd" /><Relationship Type="http://schemas.openxmlformats.org/officeDocument/2006/relationships/officeDocument" Target="/ppt/presentation.xml" Id="Rdfa2f3acecec4f6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976b390fd4d463a"/>
  </p:sldMasterIdLst>
  <p:notesMasterIdLst>
    <p:notesMasterId xmlns:r="http://schemas.openxmlformats.org/officeDocument/2006/relationships" r:id="R9b9f673b3ece4c88"/>
  </p:notesMasterIdLst>
  <p:sldIdLst>
    <p:sldId xmlns:r="http://schemas.openxmlformats.org/officeDocument/2006/relationships" id="256" r:id="R1b3564924b65401b"/>
    <p:sldId xmlns:r="http://schemas.openxmlformats.org/officeDocument/2006/relationships" id="257" r:id="Re5bd5573676c4580"/>
    <p:sldId xmlns:r="http://schemas.openxmlformats.org/officeDocument/2006/relationships" id="258" r:id="R15f20fdfa75f46ed"/>
    <p:sldId xmlns:r="http://schemas.openxmlformats.org/officeDocument/2006/relationships" id="259" r:id="R3639565ffc2b4439"/>
    <p:sldId xmlns:r="http://schemas.openxmlformats.org/officeDocument/2006/relationships" id="260" r:id="R7b78be88c48944ef"/>
    <p:sldId xmlns:r="http://schemas.openxmlformats.org/officeDocument/2006/relationships" id="261" r:id="R3b965628821b4571"/>
    <p:sldId xmlns:r="http://schemas.openxmlformats.org/officeDocument/2006/relationships" id="262" r:id="R434068a6d3f74127"/>
    <p:sldId xmlns:r="http://schemas.openxmlformats.org/officeDocument/2006/relationships" id="263" r:id="R34be219d05ee4bec"/>
    <p:sldId xmlns:r="http://schemas.openxmlformats.org/officeDocument/2006/relationships" id="264" r:id="Reac975f5c64d4ca0"/>
    <p:sldId xmlns:r="http://schemas.openxmlformats.org/officeDocument/2006/relationships" id="265" r:id="R39fe7d8b52844b4a"/>
    <p:sldId xmlns:r="http://schemas.openxmlformats.org/officeDocument/2006/relationships" id="266" r:id="R79fdda33d0be47b3"/>
    <p:sldId xmlns:r="http://schemas.openxmlformats.org/officeDocument/2006/relationships" id="267" r:id="R40b42a19598e40ba"/>
  </p:sldIdLst>
  <p:sldSz cx="12192000" cy="6858000"/>
  <p:notesSz cx="6858000" cy="9144000"/>
  <p:embeddedFontLst>
    <p:embeddedFont>
      <p:font typeface="Lora"/>
      <p:regular xmlns:r="http://schemas.openxmlformats.org/officeDocument/2006/relationships" r:id="R336137c5974f43b8"/>
      <p:bold xmlns:r="http://schemas.openxmlformats.org/officeDocument/2006/relationships" r:id="Rff103ae43106493b"/>
      <p:italic xmlns:r="http://schemas.openxmlformats.org/officeDocument/2006/relationships" r:id="Re2fdf6ef9c6342ae"/>
      <p:boldItalic xmlns:r="http://schemas.openxmlformats.org/officeDocument/2006/relationships" r:id="R26c73eed94794d07"/>
    </p:embeddedFont>
    <p:embeddedFont>
      <p:font typeface="OpenAI Sans"/>
      <p:regular xmlns:r="http://schemas.openxmlformats.org/officeDocument/2006/relationships" r:id="R6c1f57456ab847f4"/>
      <p:bold xmlns:r="http://schemas.openxmlformats.org/officeDocument/2006/relationships" r:id="Rea26e1cdac5b46da"/>
      <p:italic xmlns:r="http://schemas.openxmlformats.org/officeDocument/2006/relationships" r:id="R5b7317ebaa5543d0"/>
      <p:boldItalic xmlns:r="http://schemas.openxmlformats.org/officeDocument/2006/relationships" r:id="R3e24bf74d3e14c24"/>
    </p:embeddedFont>
    <p:embeddedFont>
      <p:font typeface="Roboto"/>
      <p:regular xmlns:r="http://schemas.openxmlformats.org/officeDocument/2006/relationships" r:id="Rfd6bac833d454586"/>
      <p:bold xmlns:r="http://schemas.openxmlformats.org/officeDocument/2006/relationships" r:id="R1575742ebb81464b"/>
      <p:italic xmlns:r="http://schemas.openxmlformats.org/officeDocument/2006/relationships" r:id="Rf4208f71d4e44176"/>
      <p:boldItalic xmlns:r="http://schemas.openxmlformats.org/officeDocument/2006/relationships" r:id="R60510ffba4974aa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6701e253694dd0" /><Relationship Type="http://schemas.openxmlformats.org/officeDocument/2006/relationships/slideMaster" Target="/ppt/slideMasters/slideMaster1.xml" Id="R1976b390fd4d463a" /><Relationship Type="http://schemas.openxmlformats.org/officeDocument/2006/relationships/notesMaster" Target="/ppt/notesMasters/notesMaster1.xml" Id="R9b9f673b3ece4c88" /><Relationship Type="http://schemas.openxmlformats.org/officeDocument/2006/relationships/presProps" Target="/ppt/presProps.xml" Id="R5cf7d98f708e47fb" /><Relationship Type="http://schemas.openxmlformats.org/officeDocument/2006/relationships/viewProps" Target="/ppt/viewProps.xml" Id="Rf1da38c58ac847ef" /><Relationship Type="http://schemas.openxmlformats.org/officeDocument/2006/relationships/tableStyles" Target="/ppt/tableStyles.xml" Id="Rb25b25edd0194ed3" /><Relationship Type="http://schemas.openxmlformats.org/officeDocument/2006/relationships/font" Target="/ppt/fonts/font.dat" Id="R336137c5974f43b8" /><Relationship Type="http://schemas.openxmlformats.org/officeDocument/2006/relationships/font" Target="/ppt/fonts/font2.dat" Id="Rff103ae43106493b" /><Relationship Type="http://schemas.openxmlformats.org/officeDocument/2006/relationships/font" Target="/ppt/fonts/font3.dat" Id="Re2fdf6ef9c6342ae" /><Relationship Type="http://schemas.openxmlformats.org/officeDocument/2006/relationships/font" Target="/ppt/fonts/font4.dat" Id="R26c73eed94794d07" /><Relationship Type="http://schemas.openxmlformats.org/officeDocument/2006/relationships/font" Target="/ppt/fonts/font5.dat" Id="R6c1f57456ab847f4" /><Relationship Type="http://schemas.openxmlformats.org/officeDocument/2006/relationships/font" Target="/ppt/fonts/font6.dat" Id="Rea26e1cdac5b46da" /><Relationship Type="http://schemas.openxmlformats.org/officeDocument/2006/relationships/font" Target="/ppt/fonts/font7.dat" Id="R5b7317ebaa5543d0" /><Relationship Type="http://schemas.openxmlformats.org/officeDocument/2006/relationships/font" Target="/ppt/fonts/font8.dat" Id="R3e24bf74d3e14c24" /><Relationship Type="http://schemas.openxmlformats.org/officeDocument/2006/relationships/font" Target="/ppt/fonts/font9.dat" Id="Rfd6bac833d454586" /><Relationship Type="http://schemas.openxmlformats.org/officeDocument/2006/relationships/font" Target="/ppt/fonts/font10.dat" Id="R1575742ebb81464b" /><Relationship Type="http://schemas.openxmlformats.org/officeDocument/2006/relationships/font" Target="/ppt/fonts/font11.dat" Id="Rf4208f71d4e44176" /><Relationship Type="http://schemas.openxmlformats.org/officeDocument/2006/relationships/font" Target="/ppt/fonts/font12.dat" Id="R60510ffba4974aab" /><Relationship Type="http://schemas.openxmlformats.org/officeDocument/2006/relationships/slide" Target="/ppt/slides/slide1.xml" Id="R1b3564924b65401b" /><Relationship Type="http://schemas.openxmlformats.org/officeDocument/2006/relationships/slide" Target="/ppt/slides/slide2.xml" Id="Re5bd5573676c4580" /><Relationship Type="http://schemas.openxmlformats.org/officeDocument/2006/relationships/slide" Target="/ppt/slides/slide3.xml" Id="R15f20fdfa75f46ed" /><Relationship Type="http://schemas.openxmlformats.org/officeDocument/2006/relationships/slide" Target="/ppt/slides/slide4.xml" Id="R3639565ffc2b4439" /><Relationship Type="http://schemas.openxmlformats.org/officeDocument/2006/relationships/slide" Target="/ppt/slides/slide5.xml" Id="R7b78be88c48944ef" /><Relationship Type="http://schemas.openxmlformats.org/officeDocument/2006/relationships/slide" Target="/ppt/slides/slide6.xml" Id="R3b965628821b4571" /><Relationship Type="http://schemas.openxmlformats.org/officeDocument/2006/relationships/slide" Target="/ppt/slides/slide7.xml" Id="R434068a6d3f74127" /><Relationship Type="http://schemas.openxmlformats.org/officeDocument/2006/relationships/slide" Target="/ppt/slides/slide8.xml" Id="R34be219d05ee4bec" /><Relationship Type="http://schemas.openxmlformats.org/officeDocument/2006/relationships/slide" Target="/ppt/slides/slide9.xml" Id="Reac975f5c64d4ca0" /><Relationship Type="http://schemas.openxmlformats.org/officeDocument/2006/relationships/slide" Target="/ppt/slides/slide10.xml" Id="R39fe7d8b52844b4a" /><Relationship Type="http://schemas.openxmlformats.org/officeDocument/2006/relationships/slide" Target="/ppt/slides/slide11.xml" Id="R79fdda33d0be47b3" /><Relationship Type="http://schemas.openxmlformats.org/officeDocument/2006/relationships/slide" Target="/ppt/slides/slide12.xml" Id="R40b42a19598e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125d6fa1b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51a4ef19146ac" /><Relationship Type="http://schemas.openxmlformats.org/officeDocument/2006/relationships/notesMaster" Target="/ppt/notesMasters/notesMaster1.xml" Id="Ref995f9dfb0043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32dc18faf4715" /><Relationship Type="http://schemas.openxmlformats.org/officeDocument/2006/relationships/notesMaster" Target="/ppt/notesMasters/notesMaster1.xml" Id="R1c13ce4d7419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4f95d30aa4868" /><Relationship Type="http://schemas.openxmlformats.org/officeDocument/2006/relationships/notesMaster" Target="/ppt/notesMasters/notesMaster1.xml" Id="R0f9b266cddf8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a8a73848c04bcb" /><Relationship Type="http://schemas.openxmlformats.org/officeDocument/2006/relationships/notesMaster" Target="/ppt/notesMasters/notesMaster1.xml" Id="Reb6b8a23c625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f1446775aa43e1" /><Relationship Type="http://schemas.openxmlformats.org/officeDocument/2006/relationships/notesMaster" Target="/ppt/notesMasters/notesMaster1.xml" Id="Rc9cdf4180c3f49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be3e0b0b554c5f" /><Relationship Type="http://schemas.openxmlformats.org/officeDocument/2006/relationships/notesMaster" Target="/ppt/notesMasters/notesMaster1.xml" Id="R7fb44be974f2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3ccb3d23314243" /><Relationship Type="http://schemas.openxmlformats.org/officeDocument/2006/relationships/notesMaster" Target="/ppt/notesMasters/notesMaster1.xml" Id="R4dc70462778e4a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f64789b1ae47f7" /><Relationship Type="http://schemas.openxmlformats.org/officeDocument/2006/relationships/notesMaster" Target="/ppt/notesMasters/notesMaster1.xml" Id="R3c387149d43b45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7ab960750544fc" /><Relationship Type="http://schemas.openxmlformats.org/officeDocument/2006/relationships/notesMaster" Target="/ppt/notesMasters/notesMaster1.xml" Id="R8d071bbb2e1046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75c9b5a6a4739" /><Relationship Type="http://schemas.openxmlformats.org/officeDocument/2006/relationships/notesMaster" Target="/ppt/notesMasters/notesMaster1.xml" Id="R2d79b0bd406544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db63dbd9334e95" /><Relationship Type="http://schemas.openxmlformats.org/officeDocument/2006/relationships/notesMaster" Target="/ppt/notesMasters/notesMaster1.xml" Id="R75aa2b8868e1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93bd1b99014a96" /><Relationship Type="http://schemas.openxmlformats.org/officeDocument/2006/relationships/notesMaster" Target="/ppt/notesMasters/notesMaster1.xml" Id="R4e254ba219d1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c63d5d3d244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fe6c9bcdf40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bcd64a5c34d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eab5bb89c948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b45a46bac43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8c07b0f2946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946c49c1d40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f4903949f43e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a408ac33b74b2b" /><Relationship Type="http://schemas.openxmlformats.org/officeDocument/2006/relationships/slideLayout" Target="/ppt/slideLayouts/slideLayout1.xml" Id="R8ab3972614a5405d" /><Relationship Type="http://schemas.openxmlformats.org/officeDocument/2006/relationships/slideLayout" Target="/ppt/slideLayouts/slideLayout2.xml" Id="Re0415f81cfd34c4d" /><Relationship Type="http://schemas.openxmlformats.org/officeDocument/2006/relationships/slideLayout" Target="/ppt/slideLayouts/slideLayout3.xml" Id="Re4e934ee23b643b5" /><Relationship Type="http://schemas.openxmlformats.org/officeDocument/2006/relationships/slideLayout" Target="/ppt/slideLayouts/slideLayout4.xml" Id="R850fe201a9a14860" /><Relationship Type="http://schemas.openxmlformats.org/officeDocument/2006/relationships/slideLayout" Target="/ppt/slideLayouts/slideLayout5.xml" Id="Rb7abf1ee51c946c5" /><Relationship Type="http://schemas.openxmlformats.org/officeDocument/2006/relationships/slideLayout" Target="/ppt/slideLayouts/slideLayout6.xml" Id="R8bf8c1e608a34aa4" /><Relationship Type="http://schemas.openxmlformats.org/officeDocument/2006/relationships/slideLayout" Target="/ppt/slideLayouts/slideLayout7.xml" Id="R3d3f2c676901463a" /><Relationship Type="http://schemas.openxmlformats.org/officeDocument/2006/relationships/slideLayout" Target="/ppt/slideLayouts/slideLayout8.xml" Id="R748e19ac62574df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3972614a5405d"/>
    <p:sldLayoutId xmlns:r="http://schemas.openxmlformats.org/officeDocument/2006/relationships" id="2147483650" r:id="Re0415f81cfd34c4d"/>
    <p:sldLayoutId xmlns:r="http://schemas.openxmlformats.org/officeDocument/2006/relationships" id="2147483651" r:id="Re4e934ee23b643b5"/>
    <p:sldLayoutId xmlns:r="http://schemas.openxmlformats.org/officeDocument/2006/relationships" id="2147483652" r:id="R850fe201a9a14860"/>
    <p:sldLayoutId xmlns:r="http://schemas.openxmlformats.org/officeDocument/2006/relationships" id="2147483653" r:id="Rb7abf1ee51c946c5"/>
    <p:sldLayoutId xmlns:r="http://schemas.openxmlformats.org/officeDocument/2006/relationships" id="2147483654" r:id="R8bf8c1e608a34aa4"/>
    <p:sldLayoutId xmlns:r="http://schemas.openxmlformats.org/officeDocument/2006/relationships" id="2147483655" r:id="R3d3f2c676901463a"/>
    <p:sldLayoutId xmlns:r="http://schemas.openxmlformats.org/officeDocument/2006/relationships" id="2147483656" r:id="R748e19ac62574df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8b898a6245f1" /><Relationship Type="http://schemas.openxmlformats.org/officeDocument/2006/relationships/notesSlide" Target="/ppt/notesSlides/notesSlide1.xml" Id="R21ba9df20d33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1d156a6b24472" /><Relationship Type="http://schemas.openxmlformats.org/officeDocument/2006/relationships/notesSlide" Target="/ppt/notesSlides/notesSlide2.xml" Id="Rd86279cb02e0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e9e17b5834727" /><Relationship Type="http://schemas.openxmlformats.org/officeDocument/2006/relationships/notesSlide" Target="/ppt/notesSlides/notesSlide3.xml" Id="Re982e79e7cde44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ce9038d694215" /><Relationship Type="http://schemas.openxmlformats.org/officeDocument/2006/relationships/image" Target="/ppt/media/image.png" Id="Rf9b2f81d92894888" /><Relationship Type="http://schemas.openxmlformats.org/officeDocument/2006/relationships/notesSlide" Target="/ppt/notesSlides/notesSlide4.xml" Id="Rc36ae0fdc7f74d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532cdff8341cf" /><Relationship Type="http://schemas.openxmlformats.org/officeDocument/2006/relationships/notesSlide" Target="/ppt/notesSlides/notesSlide5.xml" Id="R6589b12fdb3640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1508541ed4ec2" /><Relationship Type="http://schemas.openxmlformats.org/officeDocument/2006/relationships/notesSlide" Target="/ppt/notesSlides/notesSlide6.xml" Id="Ra65879b96d4044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0ebf2d39b4b7a" /><Relationship Type="http://schemas.openxmlformats.org/officeDocument/2006/relationships/notesSlide" Target="/ppt/notesSlides/notesSlide7.xml" Id="Rb47c2a88b07046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848e2e972748fa" /><Relationship Type="http://schemas.openxmlformats.org/officeDocument/2006/relationships/notesSlide" Target="/ppt/notesSlides/notesSlide8.xml" Id="Re3ac94efd1e8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16a54c6e547fd" /><Relationship Type="http://schemas.openxmlformats.org/officeDocument/2006/relationships/image" Target="/ppt/media/image.png" Id="R8ba868506b4647f4" /><Relationship Type="http://schemas.openxmlformats.org/officeDocument/2006/relationships/notesSlide" Target="/ppt/notesSlides/notesSlide9.xml" Id="R645b4fb23a28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db8018e2b4233" /><Relationship Type="http://schemas.openxmlformats.org/officeDocument/2006/relationships/notesSlide" Target="/ppt/notesSlides/notesSlide10.xml" Id="Rfe1186ef17214b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cf16e578e440e" /><Relationship Type="http://schemas.openxmlformats.org/officeDocument/2006/relationships/notesSlide" Target="/ppt/notesSlides/notesSlide11.xml" Id="R40ca2b7fda7044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1c393b1424b4f" /><Relationship Type="http://schemas.openxmlformats.org/officeDocument/2006/relationships/notesSlide" Target="/ppt/notesSlides/notesSlide12.xml" Id="R6f2f964a9c7e48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Market Industry</a:t>
            </a:r>
            <a:br/>
            <a:r>
              <a:rPr sz="7200">
                <a:latin typeface="Lora"/>
                <a:ea typeface="Lora"/>
                <a:cs typeface="Lora"/>
              </a:rPr>
              <a:t>Trends Report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Signals, shifts, and strategic implications for 2025 to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2026 Report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The market is entering a </a:t>
            </a:r>
            <a:br/>
            <a:r>
              <a:rPr sz="3600">
                <a:solidFill>
                  <a:srgbClr val="FF4204"/>
                </a:solidFill>
              </a:rPr>
              <a:t>new phase of change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 [market/category] is moving from [previous state] toward</a:t>
            </a:r>
            <a:br/>
            <a:r>
              <a:rPr sz="1800"/>
              <a:t> [emerging state]. What was once driven primarily by [legacy factor] is increasingly shaped by [driver one], [driver two], and [driver three].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This transition is creating new opportunities—but it is also raising expectations for speed, differentiation, and execution.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Thesis Statement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signals define the market today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Momentum is building across the market, but progress remains uneven. Organizations are increasing investment, customers are reconsidering established choices, and new competitors are changing the basis of advantage.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expect [trend] to accelerate during the next [time period].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have increased investment </a:t>
            </a:r>
            <a:br/>
            <a:r>
              <a:rPr sz="1600"/>
              <a:t>in [capability or category].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identify [barrier] as the main constraint on progress.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2f81d92894888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Lorem ipsum dolor sit amet, </a:t>
            </a:r>
            <a:br/>
            <a:r>
              <a:rPr>
                <a:solidFill>
                  <a:srgbClr val="FF4305"/>
                </a:solidFill>
              </a:rPr>
              <a:t>consectetur adipiscing elit 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  <a:r>
              <a:t>Nullam</a:t>
            </a:r>
            <a:r>
              <a:t> pharetra </a:t>
            </a:r>
            <a:r>
              <a:t>mauris</a:t>
            </a:r>
            <a:r>
              <a:t> </a:t>
            </a:r>
            <a:r>
              <a:t>tortor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Proin </a:t>
            </a:r>
            <a:r>
              <a:t>mattis</a:t>
            </a:r>
            <a:r>
              <a:t> </a:t>
            </a:r>
            <a:r>
              <a:t>nibh</a:t>
            </a:r>
            <a:r>
              <a:t> </a:t>
            </a:r>
            <a:r>
              <a:t>risus</a:t>
            </a:r>
            <a:r>
              <a:t>. </a:t>
            </a:r>
            <a:r>
              <a:t>Nulla</a:t>
            </a:r>
            <a:r>
              <a:t> </a:t>
            </a:r>
            <a:r>
              <a:t>tempor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elementum</a:t>
            </a:r>
            <a:r>
              <a:t> </a:t>
            </a:r>
            <a:r>
              <a:t>dapibus</a:t>
            </a:r>
            <a:r>
              <a:t>. 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Nam non ante quis </a:t>
            </a:r>
            <a:r>
              <a:t>enim</a:t>
            </a:r>
            <a:r>
              <a:t> </a:t>
            </a:r>
            <a:r>
              <a:t>fringilla</a:t>
            </a:r>
            <a:r>
              <a:t> tempus nec in </a:t>
            </a:r>
            <a:r>
              <a:t>lectus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</a:t>
            </a: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layout with checklist 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Lorem ipsum dolor sit </a:t>
            </a:r>
            <a:r>
              <a:rPr>
                <a:solidFill>
                  <a:srgbClr val="FF4305"/>
                </a:solidFill>
              </a:rPr>
              <a:t>amet</a:t>
            </a:r>
            <a:r>
              <a:rPr>
                <a:solidFill>
                  <a:srgbClr val="FF4305"/>
                </a:solidFill>
              </a:rPr>
              <a:t>, </a:t>
            </a:r>
            <a:br/>
            <a:r>
              <a:rPr>
                <a:solidFill>
                  <a:srgbClr val="FF4305"/>
                </a:solidFill>
              </a:rPr>
              <a:t>consectetur</a:t>
            </a:r>
            <a:r>
              <a:rPr>
                <a:solidFill>
                  <a:srgbClr val="FF4305"/>
                </a:solidFill>
              </a:rPr>
              <a:t> </a:t>
            </a:r>
            <a:r>
              <a:rPr>
                <a:solidFill>
                  <a:srgbClr val="FF4305"/>
                </a:solidFill>
              </a:rPr>
              <a:t>adipiscing</a:t>
            </a:r>
            <a:r>
              <a:rPr>
                <a:solidFill>
                  <a:srgbClr val="FF4305"/>
                </a:solidFill>
              </a:rPr>
              <a:t> </a:t>
            </a:r>
            <a:r>
              <a:rPr>
                <a:solidFill>
                  <a:srgbClr val="FF4305"/>
                </a:solidFill>
              </a:rPr>
              <a:t>elit</a:t>
            </a:r>
            <a:r>
              <a:rPr>
                <a:solidFill>
                  <a:srgbClr val="FF4305"/>
                </a:solidFill>
              </a:rPr>
              <a:t> 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  <a:r>
              <a:t>Nullam</a:t>
            </a:r>
            <a:r>
              <a:t> pharetra </a:t>
            </a:r>
            <a:r>
              <a:t>mauris</a:t>
            </a:r>
            <a:r>
              <a:t> </a:t>
            </a:r>
            <a:r>
              <a:t>tortor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Proin </a:t>
            </a:r>
            <a:r>
              <a:t>mattis</a:t>
            </a:r>
            <a:r>
              <a:t> </a:t>
            </a:r>
            <a:r>
              <a:t>nibh</a:t>
            </a:r>
            <a:r>
              <a:t> </a:t>
            </a:r>
            <a:r>
              <a:t>risus</a:t>
            </a:r>
            <a:r>
              <a:t>. </a:t>
            </a:r>
            <a:r>
              <a:t>Nulla</a:t>
            </a:r>
            <a:r>
              <a:t> </a:t>
            </a:r>
            <a:r>
              <a:t>tempor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elementum</a:t>
            </a:r>
            <a:r>
              <a:t> </a:t>
            </a:r>
            <a:r>
              <a:t>dapibus</a:t>
            </a:r>
            <a:r>
              <a:t>. 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Nam non ante quis </a:t>
            </a:r>
            <a:r>
              <a:t>enim</a:t>
            </a:r>
            <a:r>
              <a:t> </a:t>
            </a:r>
            <a:r>
              <a:t>fringilla</a:t>
            </a:r>
            <a:r>
              <a:t> tempus nec in </a:t>
            </a:r>
            <a:r>
              <a:t>lectus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</a:t>
            </a: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The market is entering a </a:t>
            </a:r>
            <a:br/>
            <a:r>
              <a:rPr sz="3600">
                <a:solidFill>
                  <a:srgbClr val="FF4204"/>
                </a:solidFill>
              </a:rPr>
              <a:t>new phase of change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 [market/category] is moving from [previous state] toward</a:t>
            </a:r>
            <a:br/>
            <a:r>
              <a:rPr sz="1800"/>
              <a:t> [emerging state]. What was once driven primarily by [legacy factor] is increasingly shaped by [driver one], [driver two], and [driver three].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This transition is creating new opportunities—but it is also raising expectations for speed, differentiation, and execution.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Thesis Statement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column layout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amet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,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consectetur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adipiscing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elit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Pellentesque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ultricies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quam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ut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massa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luctus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cursus.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Nullam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pharetra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mauris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tortor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In hac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habitasse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platea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dictumst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signals define the market today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Momentum is building across the market, but progress remains uneven. Organizations are increasing investment, customers are reconsidering established choices, and new competitors are changing the basis of advantage.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expect [trend] to accelerate during the next [time period].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have increased investment </a:t>
            </a:r>
            <a:br/>
            <a:r>
              <a:rPr sz="1600"/>
              <a:t>in [capability or category].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XY%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identify [barrier] as the main constraint on progress.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868506b4647f4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Lorem ipsum dolor sit amet, </a:t>
            </a:r>
            <a:br/>
            <a:r>
              <a:rPr>
                <a:solidFill>
                  <a:srgbClr val="FF4305"/>
                </a:solidFill>
              </a:rPr>
              <a:t>consectetur adipiscing elit 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  <a:r>
              <a:t>Nullam</a:t>
            </a:r>
            <a:r>
              <a:t> pharetra </a:t>
            </a:r>
            <a:r>
              <a:t>mauris</a:t>
            </a:r>
            <a:r>
              <a:t> </a:t>
            </a:r>
            <a:r>
              <a:t>tortor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Proin </a:t>
            </a:r>
            <a:r>
              <a:t>mattis</a:t>
            </a:r>
            <a:r>
              <a:t> </a:t>
            </a:r>
            <a:r>
              <a:t>nibh</a:t>
            </a:r>
            <a:r>
              <a:t> </a:t>
            </a:r>
            <a:r>
              <a:t>risus</a:t>
            </a:r>
            <a:r>
              <a:t>. </a:t>
            </a:r>
            <a:r>
              <a:t>Nulla</a:t>
            </a:r>
            <a:r>
              <a:t> </a:t>
            </a:r>
            <a:r>
              <a:t>tempor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elementum</a:t>
            </a:r>
            <a:r>
              <a:t> </a:t>
            </a:r>
            <a:r>
              <a:t>dapibus</a:t>
            </a:r>
            <a:r>
              <a:t>. 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Nam non ante quis </a:t>
            </a:r>
            <a:r>
              <a:t>enim</a:t>
            </a:r>
            <a:r>
              <a:t> </a:t>
            </a:r>
            <a:r>
              <a:t>fringilla</a:t>
            </a:r>
            <a:r>
              <a:t> tempus nec in </a:t>
            </a:r>
            <a:r>
              <a:t>lectus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</a:t>
            </a: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column layout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Title here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Lorem ipsum dolor sit </a:t>
            </a:r>
            <a:r>
              <a:rPr sz="1800"/>
              <a:t>amet</a:t>
            </a:r>
            <a:r>
              <a:rPr sz="1800"/>
              <a:t>, </a:t>
            </a:r>
            <a:r>
              <a:rPr sz="1800"/>
              <a:t>consectetur</a:t>
            </a:r>
            <a:r>
              <a:rPr sz="1800"/>
              <a:t> </a:t>
            </a:r>
            <a:r>
              <a:rPr sz="1800"/>
              <a:t>adipiscing</a:t>
            </a:r>
            <a:r>
              <a:rPr sz="1800"/>
              <a:t> </a:t>
            </a:r>
            <a:r>
              <a:rPr sz="1800"/>
              <a:t>elit</a:t>
            </a:r>
            <a:r>
              <a:rPr sz="1800"/>
              <a:t>. </a:t>
            </a:r>
            <a:r>
              <a:rPr sz="1800"/>
              <a:t>Pellentesque</a:t>
            </a:r>
            <a:r>
              <a:rPr sz="1800"/>
              <a:t> </a:t>
            </a:r>
            <a:r>
              <a:rPr sz="1800"/>
              <a:t>ultricies</a:t>
            </a:r>
            <a:r>
              <a:rPr sz="1800"/>
              <a:t> </a:t>
            </a:r>
            <a:r>
              <a:rPr sz="1800"/>
              <a:t>quam</a:t>
            </a:r>
            <a:r>
              <a:rPr sz="1800"/>
              <a:t> </a:t>
            </a:r>
            <a:r>
              <a:rPr sz="1800"/>
              <a:t>ut</a:t>
            </a:r>
            <a:r>
              <a:rPr sz="1800"/>
              <a:t> </a:t>
            </a:r>
            <a:r>
              <a:rPr sz="1800"/>
              <a:t>massa</a:t>
            </a:r>
            <a:r>
              <a:rPr sz="1800"/>
              <a:t> </a:t>
            </a:r>
            <a:r>
              <a:rPr sz="1800"/>
              <a:t>luctus</a:t>
            </a:r>
            <a:r>
              <a:rPr sz="1800"/>
              <a:t> cursus. </a:t>
            </a:r>
            <a:r>
              <a:rPr sz="1800"/>
              <a:t>Nullam</a:t>
            </a:r>
            <a:r>
              <a:rPr sz="1800"/>
              <a:t> pharetra </a:t>
            </a:r>
            <a:r>
              <a:rPr sz="1800"/>
              <a:t>mauris</a:t>
            </a:r>
            <a:r>
              <a:rPr sz="1800"/>
              <a:t> </a:t>
            </a:r>
            <a:r>
              <a:rPr sz="1800"/>
              <a:t>tortor</a:t>
            </a:r>
            <a:r>
              <a:rPr sz="1800"/>
              <a:t>. In hac </a:t>
            </a:r>
            <a:r>
              <a:rPr sz="1800"/>
              <a:t>habitasse</a:t>
            </a:r>
            <a:r>
              <a:rPr sz="1800"/>
              <a:t> </a:t>
            </a:r>
            <a:r>
              <a:rPr sz="1800"/>
              <a:t>platea</a:t>
            </a:r>
            <a:r>
              <a:rPr sz="1800"/>
              <a:t> </a:t>
            </a:r>
            <a:r>
              <a:rPr sz="1800"/>
              <a:t>dictumst</a:t>
            </a:r>
            <a:r>
              <a:rPr sz="1800"/>
              <a:t>. 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Lorem ipsum dolor sit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amet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,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consectetur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adipiscing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elit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Pellentesque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ultricies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quam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ut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massa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luctus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cursus.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Nullam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pharetra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mauris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tortor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In hac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habitasse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platea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 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dictumst</a:t>
            </a: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2026 Market Report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column layout with checklist 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Lorem ipsum dolor sit </a:t>
            </a:r>
            <a:r>
              <a:rPr>
                <a:solidFill>
                  <a:srgbClr val="FF4305"/>
                </a:solidFill>
              </a:rPr>
              <a:t>amet</a:t>
            </a:r>
            <a:r>
              <a:rPr>
                <a:solidFill>
                  <a:srgbClr val="FF4305"/>
                </a:solidFill>
              </a:rPr>
              <a:t>, </a:t>
            </a:r>
            <a:br/>
            <a:r>
              <a:rPr>
                <a:solidFill>
                  <a:srgbClr val="FF4305"/>
                </a:solidFill>
              </a:rPr>
              <a:t>consectetur</a:t>
            </a:r>
            <a:r>
              <a:rPr>
                <a:solidFill>
                  <a:srgbClr val="FF4305"/>
                </a:solidFill>
              </a:rPr>
              <a:t> </a:t>
            </a:r>
            <a:r>
              <a:rPr>
                <a:solidFill>
                  <a:srgbClr val="FF4305"/>
                </a:solidFill>
              </a:rPr>
              <a:t>adipiscing</a:t>
            </a:r>
            <a:r>
              <a:rPr>
                <a:solidFill>
                  <a:srgbClr val="FF4305"/>
                </a:solidFill>
              </a:rPr>
              <a:t> </a:t>
            </a:r>
            <a:r>
              <a:rPr>
                <a:solidFill>
                  <a:srgbClr val="FF4305"/>
                </a:solidFill>
              </a:rPr>
              <a:t>elit</a:t>
            </a:r>
            <a:r>
              <a:rPr>
                <a:solidFill>
                  <a:srgbClr val="FF4305"/>
                </a:solidFill>
              </a:rPr>
              <a:t> 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  <a:r>
              <a:t>Nullam</a:t>
            </a:r>
            <a:r>
              <a:t> pharetra </a:t>
            </a:r>
            <a:r>
              <a:t>mauris</a:t>
            </a:r>
            <a:r>
              <a:t> </a:t>
            </a:r>
            <a:r>
              <a:t>tortor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Proin </a:t>
            </a:r>
            <a:r>
              <a:t>mattis</a:t>
            </a:r>
            <a:r>
              <a:t> </a:t>
            </a:r>
            <a:r>
              <a:t>nibh</a:t>
            </a:r>
            <a:r>
              <a:t> </a:t>
            </a:r>
            <a:r>
              <a:t>risus</a:t>
            </a:r>
            <a:r>
              <a:t>. </a:t>
            </a:r>
            <a:r>
              <a:t>Nulla</a:t>
            </a:r>
            <a:r>
              <a:t> </a:t>
            </a:r>
            <a:r>
              <a:t>tempor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elementum</a:t>
            </a:r>
            <a:r>
              <a:t> </a:t>
            </a:r>
            <a:r>
              <a:t>dapibus</a:t>
            </a:r>
            <a:r>
              <a:t>. 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Nam non ante quis </a:t>
            </a:r>
            <a:r>
              <a:t>enim</a:t>
            </a:r>
            <a:r>
              <a:t> </a:t>
            </a:r>
            <a:r>
              <a:t>fringilla</a:t>
            </a:r>
            <a:r>
              <a:t> tempus nec in </a:t>
            </a:r>
            <a:r>
              <a:t>lectus</a:t>
            </a:r>
            <a:r>
              <a:t>. In hac </a:t>
            </a:r>
            <a:r>
              <a:t>habitasse</a:t>
            </a:r>
            <a:r>
              <a:t> </a:t>
            </a:r>
            <a:r>
              <a:t>platea</a:t>
            </a:r>
            <a:r>
              <a:t> </a:t>
            </a:r>
            <a:r>
              <a:t>dictumst</a:t>
            </a:r>
            <a:r>
              <a:t>. </a:t>
            </a:r>
            <a:r>
              <a:t>Lorem ipsum dolor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. </a:t>
            </a:r>
            <a:r>
              <a:t>Pellentesque</a:t>
            </a:r>
            <a:r>
              <a:t> </a:t>
            </a:r>
            <a:r>
              <a:t>ultricies</a:t>
            </a:r>
            <a:r>
              <a:t> </a:t>
            </a:r>
            <a:r>
              <a:t>quam</a:t>
            </a:r>
            <a:r>
              <a:t> </a:t>
            </a:r>
            <a:r>
              <a:t>ut</a:t>
            </a:r>
            <a:r>
              <a:t> </a:t>
            </a:r>
            <a:r>
              <a:t>massa</a:t>
            </a:r>
            <a:r>
              <a:t> </a:t>
            </a:r>
            <a:r>
              <a:t>luctus</a:t>
            </a:r>
            <a:r>
              <a:t> cursus. 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Lorem ipsum dolor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Market Industry</a:t>
            </a:r>
            <a:br/>
            <a:r>
              <a:rPr sz="7200">
                <a:latin typeface="Lora"/>
                <a:ea typeface="Lora"/>
                <a:cs typeface="Lora"/>
              </a:rPr>
              <a:t>Trends Report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Signals, shifts, and strategic implications for 2025 to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2026 Report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2026-07-29T08:21:27.0320000Z</dcterms:created>
  <dcterms:modified xsi:type="dcterms:W3CDTF">2026-07-29T08:21:27.0320000Z</dcterms:modified>
</coreProperties>
</file>