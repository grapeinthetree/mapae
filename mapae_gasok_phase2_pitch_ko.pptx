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410a1b46754bbc" /><Relationship Type="http://schemas.openxmlformats.org/officeDocument/2006/relationships/extended-properties" Target="/docProps/app.xml" Id="Re77c84c662654d85" /><Relationship Type="http://schemas.openxmlformats.org/officeDocument/2006/relationships/officeDocument" Target="/ppt/presentation.xml" Id="R19911792fcca431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fe4ece17a6941e6"/>
  </p:sldMasterIdLst>
  <p:notesMasterIdLst>
    <p:notesMasterId xmlns:r="http://schemas.openxmlformats.org/officeDocument/2006/relationships" r:id="R8dc4bc2883e0433b"/>
  </p:notesMasterIdLst>
  <p:sldIdLst>
    <p:sldId xmlns:r="http://schemas.openxmlformats.org/officeDocument/2006/relationships" id="256" r:id="Rf656f081d90845ec"/>
    <p:sldId xmlns:r="http://schemas.openxmlformats.org/officeDocument/2006/relationships" id="257" r:id="R3e9d3fcf9f7c430e"/>
    <p:sldId xmlns:r="http://schemas.openxmlformats.org/officeDocument/2006/relationships" id="258" r:id="R73df09ce7a994861"/>
    <p:sldId xmlns:r="http://schemas.openxmlformats.org/officeDocument/2006/relationships" id="259" r:id="Ra6b4f1c1129e483b"/>
    <p:sldId xmlns:r="http://schemas.openxmlformats.org/officeDocument/2006/relationships" id="260" r:id="R76cfc60d809e4c33"/>
    <p:sldId xmlns:r="http://schemas.openxmlformats.org/officeDocument/2006/relationships" id="261" r:id="Rd21dc29033094fa8"/>
    <p:sldId xmlns:r="http://schemas.openxmlformats.org/officeDocument/2006/relationships" id="262" r:id="R7a2b92d404f845d2"/>
    <p:sldId xmlns:r="http://schemas.openxmlformats.org/officeDocument/2006/relationships" id="263" r:id="R4facb63ebf914d03"/>
    <p:sldId xmlns:r="http://schemas.openxmlformats.org/officeDocument/2006/relationships" id="264" r:id="R5734b96cd79f4135"/>
    <p:sldId xmlns:r="http://schemas.openxmlformats.org/officeDocument/2006/relationships" id="265" r:id="R6778dcac19ef4112"/>
    <p:sldId xmlns:r="http://schemas.openxmlformats.org/officeDocument/2006/relationships" id="266" r:id="R70e48dd4e9c34c13"/>
    <p:sldId xmlns:r="http://schemas.openxmlformats.org/officeDocument/2006/relationships" id="267" r:id="Rbca416786da34c6e"/>
  </p:sldIdLst>
  <p:sldSz cx="12192000" cy="6858000"/>
  <p:notesSz cx="6858000" cy="9144000"/>
  <p:embeddedFontLst>
    <p:embeddedFont>
      <p:font typeface="Lora"/>
      <p:regular xmlns:r="http://schemas.openxmlformats.org/officeDocument/2006/relationships" r:id="R78c5200c324e43e7"/>
      <p:bold xmlns:r="http://schemas.openxmlformats.org/officeDocument/2006/relationships" r:id="R167fa9456c164f07"/>
      <p:italic xmlns:r="http://schemas.openxmlformats.org/officeDocument/2006/relationships" r:id="Rd543ff66e4724952"/>
      <p:boldItalic xmlns:r="http://schemas.openxmlformats.org/officeDocument/2006/relationships" r:id="R824771ec1ddc42b3"/>
    </p:embeddedFont>
    <p:embeddedFont>
      <p:font typeface="OpenAI Sans"/>
      <p:regular xmlns:r="http://schemas.openxmlformats.org/officeDocument/2006/relationships" r:id="R1661d9df21534add"/>
      <p:bold xmlns:r="http://schemas.openxmlformats.org/officeDocument/2006/relationships" r:id="Rdc99cf75795943f8"/>
      <p:italic xmlns:r="http://schemas.openxmlformats.org/officeDocument/2006/relationships" r:id="R6958f303642f4ab0"/>
      <p:boldItalic xmlns:r="http://schemas.openxmlformats.org/officeDocument/2006/relationships" r:id="R2957a7c8eca94f6d"/>
    </p:embeddedFont>
    <p:embeddedFont>
      <p:font typeface="Roboto"/>
      <p:regular xmlns:r="http://schemas.openxmlformats.org/officeDocument/2006/relationships" r:id="Raf8edffcd84747a8"/>
      <p:bold xmlns:r="http://schemas.openxmlformats.org/officeDocument/2006/relationships" r:id="R7473b72aaa754dc8"/>
      <p:italic xmlns:r="http://schemas.openxmlformats.org/officeDocument/2006/relationships" r:id="Rc2b01cec31c34e72"/>
      <p:boldItalic xmlns:r="http://schemas.openxmlformats.org/officeDocument/2006/relationships" r:id="R4584a74cb0ca4cd9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4c41fdde1c4971" /><Relationship Type="http://schemas.openxmlformats.org/officeDocument/2006/relationships/slideMaster" Target="/ppt/slideMasters/slideMaster1.xml" Id="Rdfe4ece17a6941e6" /><Relationship Type="http://schemas.openxmlformats.org/officeDocument/2006/relationships/notesMaster" Target="/ppt/notesMasters/notesMaster1.xml" Id="R8dc4bc2883e0433b" /><Relationship Type="http://schemas.openxmlformats.org/officeDocument/2006/relationships/presProps" Target="/ppt/presProps.xml" Id="R32e8c9fd19854312" /><Relationship Type="http://schemas.openxmlformats.org/officeDocument/2006/relationships/viewProps" Target="/ppt/viewProps.xml" Id="R4739553089654144" /><Relationship Type="http://schemas.openxmlformats.org/officeDocument/2006/relationships/tableStyles" Target="/ppt/tableStyles.xml" Id="R00ba61a4f3df4ad3" /><Relationship Type="http://schemas.openxmlformats.org/officeDocument/2006/relationships/font" Target="/ppt/fonts/font.dat" Id="R78c5200c324e43e7" /><Relationship Type="http://schemas.openxmlformats.org/officeDocument/2006/relationships/font" Target="/ppt/fonts/font2.dat" Id="R167fa9456c164f07" /><Relationship Type="http://schemas.openxmlformats.org/officeDocument/2006/relationships/font" Target="/ppt/fonts/font3.dat" Id="Rd543ff66e4724952" /><Relationship Type="http://schemas.openxmlformats.org/officeDocument/2006/relationships/font" Target="/ppt/fonts/font4.dat" Id="R824771ec1ddc42b3" /><Relationship Type="http://schemas.openxmlformats.org/officeDocument/2006/relationships/font" Target="/ppt/fonts/font5.dat" Id="R1661d9df21534add" /><Relationship Type="http://schemas.openxmlformats.org/officeDocument/2006/relationships/font" Target="/ppt/fonts/font6.dat" Id="Rdc99cf75795943f8" /><Relationship Type="http://schemas.openxmlformats.org/officeDocument/2006/relationships/font" Target="/ppt/fonts/font7.dat" Id="R6958f303642f4ab0" /><Relationship Type="http://schemas.openxmlformats.org/officeDocument/2006/relationships/font" Target="/ppt/fonts/font8.dat" Id="R2957a7c8eca94f6d" /><Relationship Type="http://schemas.openxmlformats.org/officeDocument/2006/relationships/font" Target="/ppt/fonts/font9.dat" Id="Raf8edffcd84747a8" /><Relationship Type="http://schemas.openxmlformats.org/officeDocument/2006/relationships/font" Target="/ppt/fonts/font10.dat" Id="R7473b72aaa754dc8" /><Relationship Type="http://schemas.openxmlformats.org/officeDocument/2006/relationships/font" Target="/ppt/fonts/font11.dat" Id="Rc2b01cec31c34e72" /><Relationship Type="http://schemas.openxmlformats.org/officeDocument/2006/relationships/font" Target="/ppt/fonts/font12.dat" Id="R4584a74cb0ca4cd9" /><Relationship Type="http://schemas.openxmlformats.org/officeDocument/2006/relationships/slide" Target="/ppt/slides/slide1.xml" Id="Rf656f081d90845ec" /><Relationship Type="http://schemas.openxmlformats.org/officeDocument/2006/relationships/slide" Target="/ppt/slides/slide2.xml" Id="R3e9d3fcf9f7c430e" /><Relationship Type="http://schemas.openxmlformats.org/officeDocument/2006/relationships/slide" Target="/ppt/slides/slide3.xml" Id="R73df09ce7a994861" /><Relationship Type="http://schemas.openxmlformats.org/officeDocument/2006/relationships/slide" Target="/ppt/slides/slide4.xml" Id="Ra6b4f1c1129e483b" /><Relationship Type="http://schemas.openxmlformats.org/officeDocument/2006/relationships/slide" Target="/ppt/slides/slide5.xml" Id="R76cfc60d809e4c33" /><Relationship Type="http://schemas.openxmlformats.org/officeDocument/2006/relationships/slide" Target="/ppt/slides/slide6.xml" Id="Rd21dc29033094fa8" /><Relationship Type="http://schemas.openxmlformats.org/officeDocument/2006/relationships/slide" Target="/ppt/slides/slide7.xml" Id="R7a2b92d404f845d2" /><Relationship Type="http://schemas.openxmlformats.org/officeDocument/2006/relationships/slide" Target="/ppt/slides/slide8.xml" Id="R4facb63ebf914d03" /><Relationship Type="http://schemas.openxmlformats.org/officeDocument/2006/relationships/slide" Target="/ppt/slides/slide9.xml" Id="R5734b96cd79f4135" /><Relationship Type="http://schemas.openxmlformats.org/officeDocument/2006/relationships/slide" Target="/ppt/slides/slide10.xml" Id="R6778dcac19ef4112" /><Relationship Type="http://schemas.openxmlformats.org/officeDocument/2006/relationships/slide" Target="/ppt/slides/slide11.xml" Id="R70e48dd4e9c34c13" /><Relationship Type="http://schemas.openxmlformats.org/officeDocument/2006/relationships/slide" Target="/ppt/slides/slide12.xml" Id="Rbca416786da34c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47a62e411046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076f7bd29346c7" /><Relationship Type="http://schemas.openxmlformats.org/officeDocument/2006/relationships/notesMaster" Target="/ppt/notesMasters/notesMaster1.xml" Id="R552624b57f3244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cb3b7a6a0b4ef1" /><Relationship Type="http://schemas.openxmlformats.org/officeDocument/2006/relationships/notesMaster" Target="/ppt/notesMasters/notesMaster1.xml" Id="R29843d08a67e47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0532c4c1eb49ac" /><Relationship Type="http://schemas.openxmlformats.org/officeDocument/2006/relationships/notesMaster" Target="/ppt/notesMasters/notesMaster1.xml" Id="R88f4e1cd2cf24d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6826383d7a471e" /><Relationship Type="http://schemas.openxmlformats.org/officeDocument/2006/relationships/notesMaster" Target="/ppt/notesMasters/notesMaster1.xml" Id="R889cee23fc7e42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37703989d348d8" /><Relationship Type="http://schemas.openxmlformats.org/officeDocument/2006/relationships/notesMaster" Target="/ppt/notesMasters/notesMaster1.xml" Id="R4d66c7a54d9349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85e99c4eeb4449" /><Relationship Type="http://schemas.openxmlformats.org/officeDocument/2006/relationships/notesMaster" Target="/ppt/notesMasters/notesMaster1.xml" Id="R334ee410c8cf49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e682c7fe85435d" /><Relationship Type="http://schemas.openxmlformats.org/officeDocument/2006/relationships/notesMaster" Target="/ppt/notesMasters/notesMaster1.xml" Id="R909be4b29e8c4e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35dc21dba4401b" /><Relationship Type="http://schemas.openxmlformats.org/officeDocument/2006/relationships/notesMaster" Target="/ppt/notesMasters/notesMaster1.xml" Id="Rfcc0cd4c13c84b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f27f7ea0124f94" /><Relationship Type="http://schemas.openxmlformats.org/officeDocument/2006/relationships/notesMaster" Target="/ppt/notesMasters/notesMaster1.xml" Id="R5e4ddc1c11374f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d195d80b244417" /><Relationship Type="http://schemas.openxmlformats.org/officeDocument/2006/relationships/notesMaster" Target="/ppt/notesMasters/notesMaster1.xml" Id="R764797ca1e6f471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681d388bd84419" /><Relationship Type="http://schemas.openxmlformats.org/officeDocument/2006/relationships/notesMaster" Target="/ppt/notesMasters/notesMaster1.xml" Id="R85079d9052144a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36ac46120c4015" /><Relationship Type="http://schemas.openxmlformats.org/officeDocument/2006/relationships/notesMaster" Target="/ppt/notesMasters/notesMaster1.xml" Id="Rdc4b639213af41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오프닝: Mapae는 AI 지갑이 아니라 AI에게 발급하는 제한된 권한입니다.</a:t>
            </a:r>
          </a:p>
          <a:p xmlns:a="http://schemas.openxmlformats.org/drawingml/2006/main">
            <a:r>
              <a:t>첫 20초에는 기능 목록보다 ‘지갑을 주지 않는다’는 차이를 분명히 말합니다.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/Users/ahn_euijin/mapae/README.md</a:t>
            </a:r>
          </a:p>
          <a:p xmlns:a="http://schemas.openxmlformats.org/drawingml/2006/main">
            <a:r>
              <a:t>- https://giwa.io/gasok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핵심 대비: ‘완전한 키 위임’과 ‘매번 승인’ 사이에 제품화된 중간층이 비어 있습니다.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Mapae는 그 중간층을 권한으로 정의합니다.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https://eips.ethereum.org/EIPS/eip-7710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https://eips.ethereum.org/EIPS/eip-7715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세 단어만 읽히게 합니다: 전부 / 매번 / 공백.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Mapae가 채우는 곳은 ‘전부’와 ‘매번’ 사이의 권한 레이어입니다.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https://eips.ethereum.org/EIPS/eip-7715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실제 한국어 Composer 화면입니다. 목업이 아닙니다.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프리셋은 쉬운 시작점이고, 사용자는 에이전트·가맹점·한도·기간·신원을 직접 조합합니다.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/Users/ahn_euijin/mapae/pitch-deck-v3-tmp/mapae-composer-ko.png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/Users/ahn_euijin/mapae/docs/ERC7715.md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Caveat는 권한을 제한하는 조건입니다.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Mapae는 Identity, Payee, Amount/Period, Time을 조합하고, 모두 통과할 때만 결제합니다.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https://eips.ethereum.org/EIPS/eip-7710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/Users/ahn_euijin/mapae/docs/SPEC.md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이 분리가 Mapae의 핵심 보안 설계입니다.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사람의 신원과 돈을 담는 계정을 분리하되, 소유자 동의로만 연결합니다.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https://docs.giwa.io/giwa-chain/en/giwa-ecosystem/dojang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https://docs.giwa.io/giwa-chain/en/giwa-ecosystem/dojang/verified-address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/Users/ahn_euijin/mapae/docs/SPEC.md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발급 화면만 만든 것이 아니라, 권한의 전체 생애주기를 구현했습니다.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같은 서명 구조를 Wallet UI, Solidity, TypeScript SDK, Go facilitator가 함께 이해합니다.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/Users/ahn_euijin/mapae/docs/SPEC.md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/Users/ahn_euijin/mapae/docs/DEMO.md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숫자를 짧게 읽습니다: 16 live, 153 passing, 0 high/medium.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거절 트랜잭션도 증거입니다. 권한 시스템은 실패할 때 더 많이 설명해야 합니다.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/Users/ahn_euijin/mapae/docs/DEMO.md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https://sepolia-explorer.giwa.io/tx/0xd3843e1f73178b78942fe5ebaeb1ac30611f7734786b7e4640098e5e1749ed65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https://sepolia-explorer.giwa.io/tx/0x131e97448767531427849ff9d716702481a6a7de3cc5d5e2026182028daee1cd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여기서 x402는 핵심 유통 경로이고, 권한의 진실은 Mapae 컨트랙트에 있습니다.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facilitator가 신뢰 주체가 아니라 가스 스폰서/정산자라는 점을 강조합니다.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/Users/ahn_euijin/mapae/pitch-deck-v3-tmp/mapae-x402-ko.png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/Users/ahn_euijin/mapae/docs/DEMO.md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https://docs.x402.org/core-concepts/network-and-token-support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https://sepolia-explorer.giwa.io/tx/0x9fbe7b2be9350e554688b13abc9b9ecb02d49ac0ea0ae893b51ad43637dc2422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https://sepolia-explorer.giwa.io/tx/0x8a1fba254777efe388617d6be2d4f5d6798352bda443642957d62666e52c2db6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이 장이 GASOK 적합성 답변입니다.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Mapae는 아무 체인에나 붙인 결제 앱이 아니라 Dojang·GIWA Chain·GIWA Wallet의 교차점입니다.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https://giwa.io/home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https://giwa.io/gasok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https://docs.giwa.io/giwa-chain/en/giwa-ecosystem/dojang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https://eips.ethereum.org/EIPS/eip-7715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확장성은 새로운 앱을 계속 만드는 데 있지 않고, caveat를 조합하는 데 있습니다.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Dojang이 향후 조직/역할 attestation을 늘리면 같은 manager 위에 바로 붙일 수 있습니다.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https://eips.ethereum.org/EIPS/eip-7710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https://eips.ethereum.org/EIPS/eip-7715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https://docs.giwa.io/giwa-chain/en/giwa-ecosystem/dojang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/Users/ahn_euijin/mapae/README.md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요청은 세 가지입니다: Wallet permission UX 연동, Dojang issuer/Verified Code 협업, Phase 2에서 실사용 흐름 완성.</a:t>
            </a:r>
          </a:p>
          <a:p xmlns:a="http://schemas.openxmlformats.org/drawingml/2006/main">
            <a:r>
              <a:t>마지막 문장: AI에게 돈을 맡기는 가장 안전한 방법은, 돈이 아니라 제한된 권한만 맡기는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https://giwa.io/gasok</a:t>
            </a:r>
          </a:p>
          <a:p xmlns:a="http://schemas.openxmlformats.org/drawingml/2006/main">
            <a:r>
              <a:t>- https://eips.ethereum.org/EIPS/eip-7715</a:t>
            </a:r>
          </a:p>
          <a:p xmlns:a="http://schemas.openxmlformats.org/drawingml/2006/main">
            <a:r>
              <a:t>- https://docs.giwa.io/giwa-chain/en/giwa-ecosystem/dojang</a:t>
            </a:r>
          </a:p>
          <a:p xmlns:a="http://schemas.openxmlformats.org/drawingml/2006/main">
            <a:r>
              <a:t>- /Users/ahn_euijin/mapae/README.md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6e0cdc2504d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90a9d377724a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b39c870414e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3f52f435dc4e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afbd3a6a0b40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7b4d4e1574e3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06cef80b842a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a97df26354c6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bc5183f66e4504" /><Relationship Type="http://schemas.openxmlformats.org/officeDocument/2006/relationships/slideLayout" Target="/ppt/slideLayouts/slideLayout1.xml" Id="R1da9b200a71d4a39" /><Relationship Type="http://schemas.openxmlformats.org/officeDocument/2006/relationships/slideLayout" Target="/ppt/slideLayouts/slideLayout2.xml" Id="R7f910e5aaf394a59" /><Relationship Type="http://schemas.openxmlformats.org/officeDocument/2006/relationships/slideLayout" Target="/ppt/slideLayouts/slideLayout3.xml" Id="R89a2df05c182467f" /><Relationship Type="http://schemas.openxmlformats.org/officeDocument/2006/relationships/slideLayout" Target="/ppt/slideLayouts/slideLayout4.xml" Id="R7e54d2231b5c4953" /><Relationship Type="http://schemas.openxmlformats.org/officeDocument/2006/relationships/slideLayout" Target="/ppt/slideLayouts/slideLayout5.xml" Id="Racc4a36940a74d4f" /><Relationship Type="http://schemas.openxmlformats.org/officeDocument/2006/relationships/slideLayout" Target="/ppt/slideLayouts/slideLayout6.xml" Id="Re699fc38c46b4ffa" /><Relationship Type="http://schemas.openxmlformats.org/officeDocument/2006/relationships/slideLayout" Target="/ppt/slideLayouts/slideLayout7.xml" Id="Rdde2d5d590ca4b20" /><Relationship Type="http://schemas.openxmlformats.org/officeDocument/2006/relationships/slideLayout" Target="/ppt/slideLayouts/slideLayout8.xml" Id="R8b23a40a85cf47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a9b200a71d4a39"/>
    <p:sldLayoutId xmlns:r="http://schemas.openxmlformats.org/officeDocument/2006/relationships" id="2147483650" r:id="R7f910e5aaf394a59"/>
    <p:sldLayoutId xmlns:r="http://schemas.openxmlformats.org/officeDocument/2006/relationships" id="2147483651" r:id="R89a2df05c182467f"/>
    <p:sldLayoutId xmlns:r="http://schemas.openxmlformats.org/officeDocument/2006/relationships" id="2147483652" r:id="R7e54d2231b5c4953"/>
    <p:sldLayoutId xmlns:r="http://schemas.openxmlformats.org/officeDocument/2006/relationships" id="2147483653" r:id="Racc4a36940a74d4f"/>
    <p:sldLayoutId xmlns:r="http://schemas.openxmlformats.org/officeDocument/2006/relationships" id="2147483654" r:id="Re699fc38c46b4ffa"/>
    <p:sldLayoutId xmlns:r="http://schemas.openxmlformats.org/officeDocument/2006/relationships" id="2147483655" r:id="Rdde2d5d590ca4b20"/>
    <p:sldLayoutId xmlns:r="http://schemas.openxmlformats.org/officeDocument/2006/relationships" id="2147483656" r:id="R8b23a40a85cf471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a6a72ae754498" /><Relationship Type="http://schemas.openxmlformats.org/officeDocument/2006/relationships/notesSlide" Target="/ppt/notesSlides/notesSlide1.xml" Id="R6fdabf5540324b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914624ea5a49ab" /><Relationship Type="http://schemas.openxmlformats.org/officeDocument/2006/relationships/notesSlide" Target="/ppt/notesSlides/notesSlide2.xml" Id="Rb08463e861264e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5e234f88d443cd" /><Relationship Type="http://schemas.openxmlformats.org/officeDocument/2006/relationships/notesSlide" Target="/ppt/notesSlides/notesSlide3.xml" Id="R8b652ec013364a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78e27f96a4a8b" /><Relationship Type="http://schemas.openxmlformats.org/officeDocument/2006/relationships/image" Target="/ppt/media/image.jpeg" Id="R33099be6164746c0" /><Relationship Type="http://schemas.openxmlformats.org/officeDocument/2006/relationships/notesSlide" Target="/ppt/notesSlides/notesSlide4.xml" Id="R3b6b14e6575340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0d897acc444d34" /><Relationship Type="http://schemas.openxmlformats.org/officeDocument/2006/relationships/notesSlide" Target="/ppt/notesSlides/notesSlide5.xml" Id="R43a62b3cf90540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4f406c54644cc" /><Relationship Type="http://schemas.openxmlformats.org/officeDocument/2006/relationships/notesSlide" Target="/ppt/notesSlides/notesSlide6.xml" Id="R090d81dcd7ab43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65c6af6a614ba9" /><Relationship Type="http://schemas.openxmlformats.org/officeDocument/2006/relationships/notesSlide" Target="/ppt/notesSlides/notesSlide7.xml" Id="Rdb7093f8458e48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491a438374f12" /><Relationship Type="http://schemas.openxmlformats.org/officeDocument/2006/relationships/notesSlide" Target="/ppt/notesSlides/notesSlide8.xml" Id="R397d4bea06cf4f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f183d0d9ef4b31" /><Relationship Type="http://schemas.openxmlformats.org/officeDocument/2006/relationships/image" Target="/ppt/media/image.jpeg" Id="R6fdfda9a54714797" /><Relationship Type="http://schemas.openxmlformats.org/officeDocument/2006/relationships/notesSlide" Target="/ppt/notesSlides/notesSlide9.xml" Id="R02bab7cc7a09435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f4041a394f4f46" /><Relationship Type="http://schemas.openxmlformats.org/officeDocument/2006/relationships/notesSlide" Target="/ppt/notesSlides/notesSlide10.xml" Id="R1859da7b2fac42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a7126ee0c2460c" /><Relationship Type="http://schemas.openxmlformats.org/officeDocument/2006/relationships/notesSlide" Target="/ppt/notesSlides/notesSlide11.xml" Id="Rb7e1529a85084c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2e63f046946ae" /><Relationship Type="http://schemas.openxmlformats.org/officeDocument/2006/relationships/notesSlide" Target="/ppt/notesSlides/notesSlide12.xml" Id="Ra5e353c825d9450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585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200" b="0" i="0">
                <a:solidFill>
                  <a:srgbClr val="FFFFFF"/>
                </a:solidFill>
                <a:latin typeface="Lora"/>
                <a:ea typeface="Lora"/>
                <a:cs typeface="Lora"/>
              </a:rPr>
              <a:t>MAPAE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585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제한된 권한을.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AI에게 지갑을 건네지 않고, 결제 권한만 발급하는 GIWA-native delegation layer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000">
                <a:solidFill>
                  <a:srgbClr val="FF4709"/>
                </a:solidFill>
                <a:latin typeface="Roboto"/>
                <a:ea typeface="Roboto"/>
                <a:cs typeface="Roboto"/>
              </a:defRPr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GASOK PHASE 2 · AI / WEB3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E2598689-54C9-18A7-3A19-ED76AA08988F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결제의 문제는 개인키가 아니라</a:t>
            </a:r>
            <a:r>
              <a:rPr sz="3600" b="1" i="0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
권한의 모양이다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ctr">
              <a:spcBef>
                <a:spcPts val="0"/>
              </a:spcBef>
              <a:spcAft>
                <a:spcPts val="18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모델에게 개인키를 건네면 모든 자산과 모든 행동을 허용합니다.</a:t>
            </a:r>
          </a:p>
          <a:p xmlns:a="http://schemas.openxmlformats.org/drawingml/2006/main">
            <a:pPr marL="24" indent="-1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매 결제마다 사람이 승인하면 에이전트의 자율성이 사라집니다.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2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202359C0-8A7A-196E-DD58-8E6569619F09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오늘의 선택은 둘뿐이다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키를 통째로 넘기거나, 결제마다 사람을 부른다. 둘 다 AI 에이전트의 운영 모델이 될 수 없습니다.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983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4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 u="none" cap="none">
                <a:ln>
                  <a:noFill/>
                </a:ln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전부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개인키를 넘기면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권한의 경계가 없다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983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4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 u="none" cap="none">
                <a:ln>
                  <a:noFill/>
                </a:ln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매번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사람이 승인하면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자율성이 사라진다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983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4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 u="none" cap="none">
                <a:ln>
                  <a:noFill/>
                </a:ln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공백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사고 뒤 책임과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감사 경로가 없다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EFD6AB9A-5F9E-5F59-51AB-3C8734130965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 문장으로 발급하는</a:t>
            </a:r>
          </a:p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제한된 권한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99be6164746c0"/>
          <a:stretch xmlns:a="http://schemas.openxmlformats.org/drawingml/2006/main"/>
        </p:blipFill>
        <p:spPr>
          <a:xfrm xmlns:a="http://schemas.openxmlformats.org/drawingml/2006/main">
            <a:off x="6269040" y="1639392"/>
            <a:ext cx="5539740" cy="3116104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프리셋 → 정책 → 검토 → EIP-712 서명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24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“API Agent가 지정 가맹점에 mKRW로 하루 5만 원까지, 7일 동안 결제할 수 있다.”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사람이 읽는 문장과 에이전트가 받는 bytes는 같은 구조에서 생성됩니다. 서명은 무료이고, 자금과 개인키는 어디에도 맡기지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EE5B3003-2C54-13C6-9832-7637201064DE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서명은 한 번.</a:t>
            </a:r>
          </a:p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검증은 결제마다.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950" b="1">
                <a:solidFill>
                  <a:srgbClr val="FF4709"/>
                </a:solidFill>
                <a:latin typeface="Roboto"/>
                <a:ea typeface="Roboto"/>
                <a:cs typeface="Roboto"/>
              </a:defRPr>
            </a:pPr>
            <a:r>
              <a:rPr sz="1950" b="1">
                <a:solidFill>
                  <a:srgbClr val="FF4709"/>
                </a:solidFill>
                <a:latin typeface="Roboto"/>
                <a:ea typeface="Roboto"/>
                <a:cs typeface="Roboto"/>
              </a:rPr>
              <a:t>Permission = identity ∧ payee ∧ amount ∧ time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Dojang 신원이 유효한가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22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서명된 Mapae는 자산이 아니라 제한된 권한 증서입니다.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22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에이전트가 사용할 때 ERC-7710 manager가 모든 caveat enforcer를 호출합니다. 조건 하나라도 실패하면 실행 자체가 멈춥니다.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새 조건은 manager를 다시 만들지 않고 enforcer를 더하는 방식으로 확장됩니다.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허용된 수취인인가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기간 한도가 남았는가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유효 시간 안인가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전부 통과할 때만 실행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8C630A04-5A25-9E0C-9436-126091DB86B3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신원은 사람에게.</a:t>
            </a:r>
            <a:r>
              <a:rPr sz="3600" b="1" i="0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
돈은 계정에.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4" indent="-16" algn="ctr">
              <a:spcBef>
                <a:spcPts val="0"/>
              </a:spcBef>
              <a:spcAft>
                <a:spcPts val="16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EOA는 Dojang Verified Address를 보유하고, MapaeAccount는 자금과 실행 권한을 보유합니다.</a:t>
            </a:r>
          </a:p>
          <a:p xmlns:a="http://schemas.openxmlformats.org/drawingml/2006/main">
            <a:pPr marL="24" indent="-1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Factory가 소유자의 EIP-712 동의로 두 주소를 결박하므로, 계정이 Dojang을 빌리거나 위조할 수 없습니다.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2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THE GIWA-NATIVE INSIGHT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D3D7D1C8-AE23-AA48-DF65-C742588DBE47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7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MVP가 아니라,</a:t>
            </a:r>
          </a:p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이미 하나의 제품 흐름이다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4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01 · WALLET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프리셋 Composer
자연어 검토
EIP-712 서명
Permissions kill switch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4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03 · SETTLEMENT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x402 facilitator
온체인 한도 차감
Explorer 책임 추적
거절 이유 해석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4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02 · PROTOCOL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ERC-7710 manager
7개 검증 컨트랙트
재위임 체인
custom caveat SDK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발급 → 실행 → 감사 → 중단을 같은 권한 모델로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BA58DA2A-B818-18A9-29C1-B697728D5BCE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8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실행력은 이미 코드로 증명했다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성공만 보여주지 않았습니다. 한도 초과, 허용되지 않은 수취인, 신원 취소, delegation disable까지 public testnet에서 실패시켰습니다.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983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4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 u="none" cap="none">
                <a:ln>
                  <a:noFill/>
                </a:ln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16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GIWA Sepolia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라이브 트랜잭션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983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4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 u="none" cap="none">
                <a:ln>
                  <a:noFill/>
                </a:ln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153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fork · invariant ·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통합 테스트 통과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9834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defRPr sz="54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 u="none" cap="none">
                <a:ln>
                  <a:noFill/>
                </a:ln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0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Slither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High · Medium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388657AE-30A1-5A7A-6A7F-315D84436430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72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x402는 결제 경로.</a:t>
            </a:r>
          </a:p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Mapae는 권한의 경계.</a:t>
            </a:r>
          </a:p>
        </p:txBody>
      </p:sp>
      <p:pic>
        <p:nvPicPr>
          <p:cNvPr id="53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fda9a54714797"/>
          <a:stretch xmlns:a="http://schemas.openxmlformats.org/drawingml/2006/main"/>
        </p:blipFill>
        <p:spPr>
          <a:xfrm xmlns:a="http://schemas.openxmlformats.org/drawingml/2006/main">
            <a:off x="6269040" y="1639392"/>
            <a:ext cx="5539740" cy="3116104"/>
          </a:xfrm>
          <a:prstGeom xmlns:a="http://schemas.openxmlformats.org/drawingml/2006/main" prst="roundRect">
            <a:avLst>
              <a:gd name="adj" fmla="val 1361"/>
            </a:avLst>
          </a:prstGeom>
        </p:spPr>
      </p:pic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5A7115C-83FA-26C1-A475-1108562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같은 서명 payload · ₩20,000 × 2 · 세 번째 거절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EE50BE-D82B-E1E1-5863-AFDFAD93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20"/>
              </a:spcAft>
              <a:buNone/>
              <a:defRPr sz="1725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에이전트는 HTTP 402 응답을 받고, 이미 받은 Mapae 권한으로 결제를 요청합니다.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20"/>
              </a:spcAft>
              <a:buNone/>
              <a:defRPr sz="1725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facilitator는 가스를 대신 내지만 자금도, 정책도 보관하지 않습니다. 두 번째 결제까지 정산되고, 세 번째는 일일 ₩50,000 한도를 넘어 컨트랙트가 거절했습니다.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725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재위임은 받은 권한을 좁힐 수만 있고 넓힐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DB7BEEEC-A170-5376-2B6E-CB54687B0CB1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10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GIWA이기 때문에 가능한 제품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4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01 · DOJANG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PII를 드러내지 않고
Verified Address를
결제 순간마다 검증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4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03 · WALLET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ERC-7715 권한 요청을
GIWA Wallet의 자연스러운
발급·관리 UX로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4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 i="0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02 · CHAIN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1초 블록과
약 1원 수수료로
매 결제 정책 검증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신뢰 가능한 신원, 저비용 실행, Wallet 배포면이 한 체인에서 만납니다.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r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MAPAE · GASOK PHASE 2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A6A6A6"/>
                </a:solidFill>
                <a:latin typeface="Roboto"/>
                <a:ea typeface="Roboto"/>
                <a:cs typeface="Roboto"/>
              </a:defRPr>
            </a:pPr>
            <a:fld id="{30394428-F1DC-E5F6-DB0C-7DE31F3D8A23}" type="slidenum">
              <a:rPr sz="1000">
                <a:solidFill>
                  <a:srgbClr val="A6A6A6"/>
                </a:solidFill>
                <a:latin typeface="Roboto"/>
                <a:ea typeface="Roboto"/>
                <a:cs typeface="Roboto"/>
              </a:rPr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법인카드 앱이 아니라,</a:t>
            </a:r>
          </a:p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권한 발급 레이어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 b="1">
                <a:solidFill>
                  <a:srgbClr val="FF4709"/>
                </a:solidFill>
                <a:latin typeface="Roboto"/>
                <a:ea typeface="Roboto"/>
                <a:cs typeface="Roboto"/>
              </a:defRPr>
            </a:pPr>
            <a:r>
              <a:rPr sz="2100" b="1">
                <a:solidFill>
                  <a:srgbClr val="FF4709"/>
                </a:solidFill>
                <a:latin typeface="Roboto"/>
                <a:ea typeface="Roboto"/>
                <a:cs typeface="Roboto"/>
              </a:rPr>
              <a:t>Caveats compose. The protocol stays.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AI API · 데이터 · 컴퓨트 결제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12"/>
              </a:spcAft>
              <a:buNone/>
              <a:defRPr sz="18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800" b="1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Permission =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8"/>
              </a:spcAft>
              <a:buNone/>
              <a:defRPr sz="18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875" b="1" i="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Identity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8"/>
              </a:spcAft>
              <a:buNone/>
              <a:defRPr sz="18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725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∧ Role  ∧ Amount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8"/>
              </a:spcAft>
              <a:buNone/>
              <a:defRPr sz="18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725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∧ Time  ∧ Payee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8"/>
              </a:spcAft>
              <a:buNone/>
              <a:defRPr sz="18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725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∧ Purpose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FFFFFF"/>
                </a:solidFill>
                <a:latin typeface="Roboto"/>
                <a:ea typeface="Roboto"/>
                <a:cs typeface="Roboto"/>
              </a:defRPr>
            </a:pPr>
            <a:r>
              <a:rPr sz="1725" b="0" i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∧ Human confirmation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법인 구매·정산 에이전트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구독·서비스 계정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프로젝트·Cost center 정책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고액 결제 Human confirmation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400" b="1" i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GIWA Wallet 안에서,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570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850" b="1" i="0">
                <a:solidFill>
                  <a:srgbClr val="FF4709"/>
                </a:solidFill>
                <a:latin typeface="Apple SD Gothic Neo"/>
                <a:ea typeface="Apple SD Gothic Neo"/>
                <a:cs typeface="Apple SD Gothic Neo"/>
              </a:rPr>
              <a:t>AI에게 마패를.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>
                <a:solidFill>
                  <a:srgbClr val="A6A6A6"/>
                </a:solidFill>
                <a:latin typeface="Apple SD Gothic Neo"/>
                <a:ea typeface="Apple SD Gothic Neo"/>
                <a:cs typeface="Apple SD Gothic Neo"/>
              </a:rPr>
              <a:t>ERC-7715 권한 요청 · Dojang issuer 연동 · Phase 2에서 실제 Wallet 흐름 완성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  <a:defRPr sz="2000">
                <a:solidFill>
                  <a:srgbClr val="FF4709"/>
                </a:solidFill>
                <a:latin typeface="Roboto"/>
                <a:ea typeface="Roboto"/>
                <a:cs typeface="Roboto"/>
              </a:defRPr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THE ASK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2026-07-29T08:36:12.7820000Z</dcterms:created>
  <dcterms:modified xsi:type="dcterms:W3CDTF">2026-07-29T08:36:12.7820000Z</dcterms:modified>
</coreProperties>
</file>